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73"/>
  </p:normalViewPr>
  <p:slideViewPr>
    <p:cSldViewPr snapToGrid="0">
      <p:cViewPr varScale="1">
        <p:scale>
          <a:sx n="57" d="100"/>
          <a:sy n="57" d="100"/>
        </p:scale>
        <p:origin x="168" y="1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0CC2-4F74-FB87-1653-483C07ADA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E68A0B-5683-87F2-59B7-F34113E77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472D2-D3E6-240B-E688-164CA9E3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D744B-688C-FC43-A3B4-AD4011CEC7B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73428-ACA7-B07E-C3C5-5B4B7AB1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18971-A925-C03C-8E4A-E07FFA28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B8E-024B-7D46-B3C5-962B5B723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26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9433B-A1F5-D040-A870-3AB4D91B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04F74-A5A8-6278-1320-FB33BFA84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4BA4F-29DB-E112-830D-0E081AE56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D744B-688C-FC43-A3B4-AD4011CEC7B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BCCCB-E1E7-312C-145B-ED124674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C3BE1-342B-0779-E789-48243630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B8E-024B-7D46-B3C5-962B5B723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9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309A-653D-0B75-24B8-F945EA8F8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D52CE-CF1E-7988-D8A0-B49A707C2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5AAF2-1BD6-8997-132D-C56A66B6F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D744B-688C-FC43-A3B4-AD4011CEC7B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53504-8FA0-F41D-940E-AD51BF9B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0D2C2-964E-4919-DDB2-66918402A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B8E-024B-7D46-B3C5-962B5B723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84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4C59-EBE1-45CC-C5B9-345720E72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C06EB-E0D9-CB46-1B0B-0DF83F8842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A1650-2DAC-AD90-A8DB-3F53BFEBA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D1741-F089-6B64-D16C-7C95185F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D744B-688C-FC43-A3B4-AD4011CEC7B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C0239-DDFF-B8A1-C460-134C3565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E36AB-28A7-063D-C93B-8D1FAF4EC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B8E-024B-7D46-B3C5-962B5B723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07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689A-B985-2F1F-DD11-EB2D8E87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BBF44-FEC4-03E1-4841-81C332496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2E305-71CA-79DC-1752-968979BB3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7A1BE7-44A8-3F00-D8CC-80F9BF5AF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B0F97B-94EB-48A6-95D3-339FA78EE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EC7129-7279-4888-F9FB-1775807F1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D744B-688C-FC43-A3B4-AD4011CEC7B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EE879E-39DC-39B5-06BC-F71FB0D5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C3D74-266B-5DA0-54E3-782615F6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B8E-024B-7D46-B3C5-962B5B723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2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90AAB-2771-593B-ABF5-1A64FBBAB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260E4-A432-02AC-7D47-AB0478E97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D744B-688C-FC43-A3B4-AD4011CEC7B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40BA36-41E2-D2B2-B0BD-EE9AD84AC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CD8A7-CB28-5B82-CB2B-DAD65214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B8E-024B-7D46-B3C5-962B5B723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5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8D748-19E8-03B1-EA6C-5998268C4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D744B-688C-FC43-A3B4-AD4011CEC7B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E54D2-113C-3766-2240-02EF5033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8B786-0551-1037-D937-DFBA35767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B8E-024B-7D46-B3C5-962B5B723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19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3E56-BDD4-E402-0C1F-ED4FD3ED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1CFE1-89D7-468E-AC53-2417F2DF8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00883-5C27-5DCD-E128-7C9EE9888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5D1F8-89AE-FC3F-CD40-E056F522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D744B-688C-FC43-A3B4-AD4011CEC7B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A56F4-26EA-CBC6-6251-B527E53A6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63C8B-CCCF-99A1-83F0-C21C6AA4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B8E-024B-7D46-B3C5-962B5B723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17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12837-1D39-2F15-3CE5-6B06BC7C9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3744B-DBCF-0C84-058A-457480B31A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CD6ED-EF0E-79A3-B08A-6BB4B5E5A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B569C-F585-3849-5A78-EE66F4E54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D744B-688C-FC43-A3B4-AD4011CEC7B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0E599-C341-A2E8-605A-29B77072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3A9EC-74B2-CF76-A8F4-239BABBD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B8E-024B-7D46-B3C5-962B5B723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4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6D48-BB75-53FC-05EA-83030794D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D7246-D420-DCAF-55BC-91B3F5C75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75688-0935-DA8B-B2C5-5E543A47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D744B-688C-FC43-A3B4-AD4011CEC7B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D2F28-99BE-52CD-360A-B52667349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24402-9242-9845-BCB4-F43B1770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B8E-024B-7D46-B3C5-962B5B723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1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A6071C-53E1-A804-468C-686AA5DD4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C19E8-F9DD-D8D0-ECB2-280F7D4BB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95E2E-5F56-A523-6A29-1159AE3BE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D744B-688C-FC43-A3B4-AD4011CEC7B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960D7-6D23-C5FE-9E55-4C5C1023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762A3-D088-FA18-0E37-000C7865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B8E-024B-7D46-B3C5-962B5B723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26EDD4-0213-9488-18F1-AA4AB9737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8630A-4BB4-B5AE-FBE7-83E0FFD41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3E037-4A72-30E7-5EBB-39A377C3F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D744B-688C-FC43-A3B4-AD4011CEC7B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02B2E-A8E6-9615-9D49-29ADC6CD0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3EDC1-89B7-6C06-0809-1E993DAB2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71B8E-024B-7D46-B3C5-962B5B723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4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211MM/AI-Powered-Predictive-Maintenance-System/blob/main/README.m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AFB17-599F-E008-2CBE-D4D1B4D5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708B1-CC0E-469B-6D86-20F6D95FB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4400" dirty="0"/>
              <a:t>Miguel Mora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B0F0"/>
                </a:solidFill>
              </a:rPr>
              <a:t>AI Expertise</a:t>
            </a:r>
          </a:p>
          <a:p>
            <a:r>
              <a:rPr lang="en-US" sz="2600" dirty="0"/>
              <a:t>Computer Vision and its usage in interpreting images and video.</a:t>
            </a:r>
          </a:p>
          <a:p>
            <a:r>
              <a:rPr lang="en-US" sz="2600" dirty="0"/>
              <a:t>Natural Language Processing and how it generates human language with context-aware precision.</a:t>
            </a:r>
          </a:p>
          <a:p>
            <a:r>
              <a:rPr lang="en-US" sz="2600" dirty="0"/>
              <a:t>Machine Learning and its capabilities to be scattered across domains such as computer vision.</a:t>
            </a:r>
          </a:p>
          <a:p>
            <a:r>
              <a:rPr lang="en-US" sz="2600" dirty="0"/>
              <a:t>Skilled in transforming raw data into actionable insights through cleaning, analysis, and visualization.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276209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994DAB-3BFC-D773-BA69-0186981F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Project Highlight Part 1</a:t>
            </a:r>
          </a:p>
        </p:txBody>
      </p:sp>
      <p:pic>
        <p:nvPicPr>
          <p:cNvPr id="5" name="Picture 4" descr="A close up view of a puzzle game">
            <a:extLst>
              <a:ext uri="{FF2B5EF4-FFF2-40B4-BE49-F238E27FC236}">
                <a16:creationId xmlns:a16="http://schemas.microsoft.com/office/drawing/2014/main" id="{B0B461A8-29E4-4207-E30C-457B57D45F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92" r="16176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9FA21-BEBE-51FE-E520-D222DC3FF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</a:rPr>
              <a:t>Project: </a:t>
            </a:r>
            <a:r>
              <a:rPr lang="en-US" sz="2400" dirty="0"/>
              <a:t>AI-Powered Predictive Maintenance System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B0F0"/>
                </a:solidFill>
              </a:rPr>
              <a:t>Key Learnings:</a:t>
            </a:r>
          </a:p>
          <a:p>
            <a:r>
              <a:rPr lang="en-US" sz="2200" dirty="0"/>
              <a:t>Time-series forecasting with LSTM.</a:t>
            </a:r>
          </a:p>
          <a:p>
            <a:r>
              <a:rPr lang="en-US" sz="2200" dirty="0"/>
              <a:t>Failure classification with Random Forest.</a:t>
            </a:r>
          </a:p>
          <a:p>
            <a:r>
              <a:rPr lang="en-US" sz="2200" dirty="0" err="1"/>
              <a:t>Essemble</a:t>
            </a:r>
            <a:r>
              <a:rPr lang="en-US" sz="2200" dirty="0"/>
              <a:t> modeling for balance accuracy and interpretability.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B0F0"/>
                </a:solidFill>
              </a:rPr>
              <a:t>Tools mastered: </a:t>
            </a:r>
            <a:r>
              <a:rPr lang="en-US" sz="2200" dirty="0"/>
              <a:t>TensorFlow, Scikit-Learn, SHAP, </a:t>
            </a:r>
            <a:r>
              <a:rPr lang="en-US" sz="2200" dirty="0" err="1"/>
              <a:t>Streamlit</a:t>
            </a:r>
            <a:r>
              <a:rPr lang="en-US" sz="2200" dirty="0"/>
              <a:t>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46249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2C909C-CA5B-3C0A-5C8B-299A0FD74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Project Highlights Part 2</a:t>
            </a:r>
          </a:p>
        </p:txBody>
      </p:sp>
      <p:pic>
        <p:nvPicPr>
          <p:cNvPr id="5" name="Picture 4" descr="Sheep in bubbles">
            <a:extLst>
              <a:ext uri="{FF2B5EF4-FFF2-40B4-BE49-F238E27FC236}">
                <a16:creationId xmlns:a16="http://schemas.microsoft.com/office/drawing/2014/main" id="{9F564B87-4963-ABEF-61E3-FAFFF0B1CB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53" r="32583" b="1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8CFCD-E781-A869-4A5E-8B5CF0410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B0F0"/>
                </a:solidFill>
              </a:rPr>
              <a:t>Data Science Foundations</a:t>
            </a:r>
          </a:p>
          <a:p>
            <a:r>
              <a:rPr lang="en-US" sz="2200" dirty="0"/>
              <a:t> Preprocessing with Pandas/</a:t>
            </a:r>
            <a:r>
              <a:rPr lang="en-US" sz="2200" dirty="0" err="1"/>
              <a:t>NumPY</a:t>
            </a:r>
            <a:r>
              <a:rPr lang="en-US" sz="2200" dirty="0"/>
              <a:t>.</a:t>
            </a:r>
          </a:p>
          <a:p>
            <a:r>
              <a:rPr lang="en-US" sz="2200" dirty="0"/>
              <a:t>Visualization with Matplotlib/Seaborn.</a:t>
            </a:r>
          </a:p>
          <a:p>
            <a:r>
              <a:rPr lang="en-US" sz="2200" dirty="0"/>
              <a:t>Experiment tracking with </a:t>
            </a:r>
            <a:r>
              <a:rPr lang="en-US" sz="2200" dirty="0" err="1"/>
              <a:t>Mlflow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1465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22EFC-3F9C-B8ED-7576-040CC077E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Real-World Applications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7A07F-E70D-92F4-4E93-86633815A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Industries: </a:t>
            </a:r>
            <a:r>
              <a:rPr lang="en-US" dirty="0"/>
              <a:t>Manufacturing, Energy, Aviation, Renewable Energy.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Problems tackled:</a:t>
            </a:r>
          </a:p>
          <a:p>
            <a:r>
              <a:rPr lang="en-US" dirty="0"/>
              <a:t>Reduce downtime and costs.</a:t>
            </a:r>
          </a:p>
          <a:p>
            <a:r>
              <a:rPr lang="en-US" dirty="0"/>
              <a:t>Improve safety and sustainability.</a:t>
            </a:r>
          </a:p>
          <a:p>
            <a:r>
              <a:rPr lang="en-US" dirty="0"/>
              <a:t>Transparent AI for technician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3501001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6E7C7-1415-A91D-4EB3-783F1FD5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Wrap Up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66AF6-CB14-608C-77FC-211D38489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GitHub: </a:t>
            </a:r>
            <a:r>
              <a:rPr lang="en-US" dirty="0">
                <a:hlinkClick r:id="rId2"/>
              </a:rPr>
              <a:t>https://github.com/211MM/AI-Powered-Predictive-Maintenance-System/blob/main/README.md</a:t>
            </a:r>
            <a:endParaRPr lang="en-US" dirty="0"/>
          </a:p>
          <a:p>
            <a:r>
              <a:rPr lang="en-US" dirty="0">
                <a:solidFill>
                  <a:srgbClr val="00B0F0"/>
                </a:solidFill>
              </a:rPr>
              <a:t>Contact: </a:t>
            </a:r>
            <a:r>
              <a:rPr lang="en-US" dirty="0"/>
              <a:t>mmora.ai999@gmail.com</a:t>
            </a:r>
          </a:p>
        </p:txBody>
      </p:sp>
    </p:spTree>
    <p:extLst>
      <p:ext uri="{BB962C8B-B14F-4D97-AF65-F5344CB8AC3E}">
        <p14:creationId xmlns:p14="http://schemas.microsoft.com/office/powerpoint/2010/main" val="349475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191</Words>
  <Application>Microsoft Macintosh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Introduction</vt:lpstr>
      <vt:lpstr>Project Highlight Part 1</vt:lpstr>
      <vt:lpstr>Project Highlights Part 2</vt:lpstr>
      <vt:lpstr>Real-World Applications 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Mora</dc:creator>
  <cp:lastModifiedBy>Miguel Mora</cp:lastModifiedBy>
  <cp:revision>1</cp:revision>
  <dcterms:created xsi:type="dcterms:W3CDTF">2025-12-07T05:33:16Z</dcterms:created>
  <dcterms:modified xsi:type="dcterms:W3CDTF">2025-12-07T05:53:22Z</dcterms:modified>
</cp:coreProperties>
</file>